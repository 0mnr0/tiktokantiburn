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2C6B"/>
    <a:srgbClr val="0CD5EF"/>
    <a:srgbClr val="81CAEB"/>
    <a:srgbClr val="FF9797"/>
    <a:srgbClr val="FF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FF79-CF46-4D11-A4D4-D52733D610B0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BAB4-76BD-4CFC-961B-FD01350A0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26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FF79-CF46-4D11-A4D4-D52733D610B0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BAB4-76BD-4CFC-961B-FD01350A0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156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FF79-CF46-4D11-A4D4-D52733D610B0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BAB4-76BD-4CFC-961B-FD01350A0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83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FF79-CF46-4D11-A4D4-D52733D610B0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BAB4-76BD-4CFC-961B-FD01350A0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81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FF79-CF46-4D11-A4D4-D52733D610B0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BAB4-76BD-4CFC-961B-FD01350A0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244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FF79-CF46-4D11-A4D4-D52733D610B0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BAB4-76BD-4CFC-961B-FD01350A0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16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FF79-CF46-4D11-A4D4-D52733D610B0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BAB4-76BD-4CFC-961B-FD01350A0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37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FF79-CF46-4D11-A4D4-D52733D610B0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BAB4-76BD-4CFC-961B-FD01350A0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346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FF79-CF46-4D11-A4D4-D52733D610B0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BAB4-76BD-4CFC-961B-FD01350A0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438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FF79-CF46-4D11-A4D4-D52733D610B0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BAB4-76BD-4CFC-961B-FD01350A0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05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FF79-CF46-4D11-A4D4-D52733D610B0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BAB4-76BD-4CFC-961B-FD01350A0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767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2FF79-CF46-4D11-A4D4-D52733D610B0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BBAB4-76BD-4CFC-961B-FD01350A0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9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646EAD88-6098-A6A4-FB3A-5EFB85537F33}"/>
              </a:ext>
            </a:extLst>
          </p:cNvPr>
          <p:cNvGrpSpPr/>
          <p:nvPr/>
        </p:nvGrpSpPr>
        <p:grpSpPr>
          <a:xfrm>
            <a:off x="3160294" y="493291"/>
            <a:ext cx="5871411" cy="5871411"/>
            <a:chOff x="3160294" y="493291"/>
            <a:chExt cx="5871411" cy="5871411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526F2D35-2BF6-B842-3B90-B2A8F8029B7A}"/>
                </a:ext>
              </a:extLst>
            </p:cNvPr>
            <p:cNvSpPr/>
            <p:nvPr/>
          </p:nvSpPr>
          <p:spPr>
            <a:xfrm>
              <a:off x="3160294" y="493291"/>
              <a:ext cx="5871411" cy="5871411"/>
            </a:xfrm>
            <a:prstGeom prst="rect">
              <a:avLst/>
            </a:prstGeom>
            <a:gradFill>
              <a:gsLst>
                <a:gs pos="0">
                  <a:schemeClr val="tx2">
                    <a:lumMod val="82000"/>
                    <a:lumOff val="18000"/>
                  </a:schemeClr>
                </a:gs>
                <a:gs pos="25000">
                  <a:srgbClr val="2F3A5E">
                    <a:lumMod val="85000"/>
                  </a:srgbClr>
                </a:gs>
                <a:gs pos="75403">
                  <a:srgbClr val="7C0E17">
                    <a:lumMod val="85000"/>
                  </a:srgbClr>
                </a:gs>
                <a:gs pos="49700">
                  <a:srgbClr val="642841">
                    <a:lumMod val="72000"/>
                  </a:srgbClr>
                </a:gs>
                <a:gs pos="100000">
                  <a:srgbClr val="FF0000">
                    <a:lumMod val="58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0A46F24B-A7AE-8359-FB77-E4A4E2141E0D}"/>
                </a:ext>
              </a:extLst>
            </p:cNvPr>
            <p:cNvGrpSpPr/>
            <p:nvPr/>
          </p:nvGrpSpPr>
          <p:grpSpPr>
            <a:xfrm>
              <a:off x="4272280" y="2289175"/>
              <a:ext cx="3647440" cy="2279650"/>
              <a:chOff x="5006975" y="2444750"/>
              <a:chExt cx="2540000" cy="1587500"/>
            </a:xfrm>
          </p:grpSpPr>
          <p:sp>
            <p:nvSpPr>
              <p:cNvPr id="9" name="Прямоугольник: скругленные углы 8">
                <a:extLst>
                  <a:ext uri="{FF2B5EF4-FFF2-40B4-BE49-F238E27FC236}">
                    <a16:creationId xmlns:a16="http://schemas.microsoft.com/office/drawing/2014/main" id="{7A0AC5AD-407F-F1AF-531E-C13BE30A8E5A}"/>
                  </a:ext>
                </a:extLst>
              </p:cNvPr>
              <p:cNvSpPr/>
              <p:nvPr/>
            </p:nvSpPr>
            <p:spPr>
              <a:xfrm>
                <a:off x="5807075" y="2444750"/>
                <a:ext cx="1739900" cy="1587500"/>
              </a:xfrm>
              <a:prstGeom prst="roundRect">
                <a:avLst>
                  <a:gd name="adj" fmla="val 22267"/>
                </a:avLst>
              </a:prstGeom>
              <a:solidFill>
                <a:srgbClr val="F02C6B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: скругленные углы 9">
                <a:extLst>
                  <a:ext uri="{FF2B5EF4-FFF2-40B4-BE49-F238E27FC236}">
                    <a16:creationId xmlns:a16="http://schemas.microsoft.com/office/drawing/2014/main" id="{AB0EE691-E95E-C4DC-6B1F-888084E30AE2}"/>
                  </a:ext>
                </a:extLst>
              </p:cNvPr>
              <p:cNvSpPr/>
              <p:nvPr/>
            </p:nvSpPr>
            <p:spPr>
              <a:xfrm>
                <a:off x="5006975" y="2444750"/>
                <a:ext cx="1739900" cy="1587500"/>
              </a:xfrm>
              <a:prstGeom prst="roundRect">
                <a:avLst>
                  <a:gd name="adj" fmla="val 22267"/>
                </a:avLst>
              </a:prstGeom>
              <a:solidFill>
                <a:srgbClr val="0CD5EF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: скругленные углы 10">
                <a:extLst>
                  <a:ext uri="{FF2B5EF4-FFF2-40B4-BE49-F238E27FC236}">
                    <a16:creationId xmlns:a16="http://schemas.microsoft.com/office/drawing/2014/main" id="{29AEB050-C1F1-2269-FB5E-828443E452C8}"/>
                  </a:ext>
                </a:extLst>
              </p:cNvPr>
              <p:cNvSpPr/>
              <p:nvPr/>
            </p:nvSpPr>
            <p:spPr>
              <a:xfrm>
                <a:off x="5159375" y="2444750"/>
                <a:ext cx="2235200" cy="1587500"/>
              </a:xfrm>
              <a:prstGeom prst="roundRect">
                <a:avLst>
                  <a:gd name="adj" fmla="val 21867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97A39627-8A55-B0FC-3E22-A9CFFA78E859}"/>
                </a:ext>
              </a:extLst>
            </p:cNvPr>
            <p:cNvSpPr/>
            <p:nvPr/>
          </p:nvSpPr>
          <p:spPr>
            <a:xfrm>
              <a:off x="5991224" y="2809871"/>
              <a:ext cx="209550" cy="1238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D9DC806-45F1-DE75-403F-D95CA30C3D07}"/>
                </a:ext>
              </a:extLst>
            </p:cNvPr>
            <p:cNvSpPr/>
            <p:nvPr/>
          </p:nvSpPr>
          <p:spPr>
            <a:xfrm rot="5400000">
              <a:off x="5991224" y="2809871"/>
              <a:ext cx="209550" cy="1238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38546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E50F9-EC2B-5E01-DBAF-3843359E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3D5EF5B-3DD3-2C95-5500-D536E8AC55A0}"/>
              </a:ext>
            </a:extLst>
          </p:cNvPr>
          <p:cNvSpPr/>
          <p:nvPr/>
        </p:nvSpPr>
        <p:spPr>
          <a:xfrm>
            <a:off x="3160294" y="493291"/>
            <a:ext cx="5871411" cy="5871411"/>
          </a:xfrm>
          <a:prstGeom prst="rect">
            <a:avLst/>
          </a:prstGeom>
          <a:gradFill>
            <a:gsLst>
              <a:gs pos="0">
                <a:schemeClr val="tx2">
                  <a:lumMod val="82000"/>
                  <a:lumOff val="18000"/>
                </a:schemeClr>
              </a:gs>
              <a:gs pos="25000">
                <a:srgbClr val="2F3A5E">
                  <a:lumMod val="85000"/>
                </a:srgbClr>
              </a:gs>
              <a:gs pos="75403">
                <a:srgbClr val="7C0E17">
                  <a:lumMod val="85000"/>
                </a:srgbClr>
              </a:gs>
              <a:gs pos="49700">
                <a:srgbClr val="642841">
                  <a:lumMod val="72000"/>
                </a:srgbClr>
              </a:gs>
              <a:gs pos="100000">
                <a:srgbClr val="FF0000">
                  <a:lumMod val="58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39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98814-7C19-37DF-AE16-E236891D5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89245B0E-E4B0-7AAA-03B1-E27C7F1CC812}"/>
              </a:ext>
            </a:extLst>
          </p:cNvPr>
          <p:cNvGrpSpPr/>
          <p:nvPr/>
        </p:nvGrpSpPr>
        <p:grpSpPr>
          <a:xfrm>
            <a:off x="4272280" y="2289175"/>
            <a:ext cx="3647440" cy="2279650"/>
            <a:chOff x="4272280" y="2289175"/>
            <a:chExt cx="3647440" cy="2279650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7239DC80-8474-A071-0CEF-F4BB5C51B134}"/>
                </a:ext>
              </a:extLst>
            </p:cNvPr>
            <p:cNvGrpSpPr/>
            <p:nvPr/>
          </p:nvGrpSpPr>
          <p:grpSpPr>
            <a:xfrm>
              <a:off x="4272280" y="2289175"/>
              <a:ext cx="3647440" cy="2279650"/>
              <a:chOff x="5006975" y="2444750"/>
              <a:chExt cx="2540000" cy="1587500"/>
            </a:xfrm>
          </p:grpSpPr>
          <p:sp>
            <p:nvSpPr>
              <p:cNvPr id="9" name="Прямоугольник: скругленные углы 8">
                <a:extLst>
                  <a:ext uri="{FF2B5EF4-FFF2-40B4-BE49-F238E27FC236}">
                    <a16:creationId xmlns:a16="http://schemas.microsoft.com/office/drawing/2014/main" id="{9B3CE89E-C064-D2AB-EE7F-0D8105E5CAA8}"/>
                  </a:ext>
                </a:extLst>
              </p:cNvPr>
              <p:cNvSpPr/>
              <p:nvPr/>
            </p:nvSpPr>
            <p:spPr>
              <a:xfrm>
                <a:off x="5807075" y="2444750"/>
                <a:ext cx="1739900" cy="1587500"/>
              </a:xfrm>
              <a:prstGeom prst="roundRect">
                <a:avLst>
                  <a:gd name="adj" fmla="val 22267"/>
                </a:avLst>
              </a:prstGeom>
              <a:solidFill>
                <a:srgbClr val="F02C6B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: скругленные углы 9">
                <a:extLst>
                  <a:ext uri="{FF2B5EF4-FFF2-40B4-BE49-F238E27FC236}">
                    <a16:creationId xmlns:a16="http://schemas.microsoft.com/office/drawing/2014/main" id="{E25CC73F-31BB-5D1A-1EB9-871A6F3B942B}"/>
                  </a:ext>
                </a:extLst>
              </p:cNvPr>
              <p:cNvSpPr/>
              <p:nvPr/>
            </p:nvSpPr>
            <p:spPr>
              <a:xfrm>
                <a:off x="5006975" y="2444750"/>
                <a:ext cx="1739900" cy="1587500"/>
              </a:xfrm>
              <a:prstGeom prst="roundRect">
                <a:avLst>
                  <a:gd name="adj" fmla="val 22267"/>
                </a:avLst>
              </a:prstGeom>
              <a:solidFill>
                <a:srgbClr val="0CD5EF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: скругленные углы 10">
                <a:extLst>
                  <a:ext uri="{FF2B5EF4-FFF2-40B4-BE49-F238E27FC236}">
                    <a16:creationId xmlns:a16="http://schemas.microsoft.com/office/drawing/2014/main" id="{3CD690C1-84FC-4177-5023-8C846E439C0F}"/>
                  </a:ext>
                </a:extLst>
              </p:cNvPr>
              <p:cNvSpPr/>
              <p:nvPr/>
            </p:nvSpPr>
            <p:spPr>
              <a:xfrm>
                <a:off x="5159375" y="2444750"/>
                <a:ext cx="2235200" cy="1587500"/>
              </a:xfrm>
              <a:prstGeom prst="roundRect">
                <a:avLst>
                  <a:gd name="adj" fmla="val 21867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E4042E85-5020-1C2A-B511-7F65D0994802}"/>
                </a:ext>
              </a:extLst>
            </p:cNvPr>
            <p:cNvSpPr/>
            <p:nvPr/>
          </p:nvSpPr>
          <p:spPr>
            <a:xfrm>
              <a:off x="5991224" y="2809871"/>
              <a:ext cx="209550" cy="1238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C5C1C78B-F499-1139-2D69-3AE3D0FFB8A7}"/>
                </a:ext>
              </a:extLst>
            </p:cNvPr>
            <p:cNvSpPr/>
            <p:nvPr/>
          </p:nvSpPr>
          <p:spPr>
            <a:xfrm rot="5400000">
              <a:off x="5991224" y="2809871"/>
              <a:ext cx="209550" cy="1238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270552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3340C-92AA-9FE3-83C7-934D87115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63613CB-47B2-BF19-4AAB-BEC2F4097BD1}"/>
              </a:ext>
            </a:extLst>
          </p:cNvPr>
          <p:cNvSpPr/>
          <p:nvPr/>
        </p:nvSpPr>
        <p:spPr>
          <a:xfrm>
            <a:off x="676274" y="519108"/>
            <a:ext cx="11049000" cy="5819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BAAFA42-CF5D-7F55-C825-C33773EC060F}"/>
              </a:ext>
            </a:extLst>
          </p:cNvPr>
          <p:cNvGrpSpPr/>
          <p:nvPr/>
        </p:nvGrpSpPr>
        <p:grpSpPr>
          <a:xfrm>
            <a:off x="4272278" y="2289175"/>
            <a:ext cx="3647441" cy="2279650"/>
            <a:chOff x="4272278" y="2289175"/>
            <a:chExt cx="3647441" cy="2279650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8B0A1707-B4E2-99DF-0A5C-D2445004CE0E}"/>
                </a:ext>
              </a:extLst>
            </p:cNvPr>
            <p:cNvGrpSpPr/>
            <p:nvPr/>
          </p:nvGrpSpPr>
          <p:grpSpPr>
            <a:xfrm>
              <a:off x="4272278" y="2289175"/>
              <a:ext cx="3647441" cy="2279650"/>
              <a:chOff x="5006974" y="2444750"/>
              <a:chExt cx="2540001" cy="1587500"/>
            </a:xfrm>
          </p:grpSpPr>
          <p:sp>
            <p:nvSpPr>
              <p:cNvPr id="9" name="Прямоугольник: скругленные углы 8">
                <a:extLst>
                  <a:ext uri="{FF2B5EF4-FFF2-40B4-BE49-F238E27FC236}">
                    <a16:creationId xmlns:a16="http://schemas.microsoft.com/office/drawing/2014/main" id="{412349DD-39FA-DB9E-010D-A78CA01EA23D}"/>
                  </a:ext>
                </a:extLst>
              </p:cNvPr>
              <p:cNvSpPr/>
              <p:nvPr/>
            </p:nvSpPr>
            <p:spPr>
              <a:xfrm>
                <a:off x="5215694" y="2444750"/>
                <a:ext cx="2331281" cy="1587500"/>
              </a:xfrm>
              <a:prstGeom prst="roundRect">
                <a:avLst>
                  <a:gd name="adj" fmla="val 22267"/>
                </a:avLst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: скругленные углы 9">
                <a:extLst>
                  <a:ext uri="{FF2B5EF4-FFF2-40B4-BE49-F238E27FC236}">
                    <a16:creationId xmlns:a16="http://schemas.microsoft.com/office/drawing/2014/main" id="{87200ED1-524C-C05D-A376-2C0ABD2C9D68}"/>
                  </a:ext>
                </a:extLst>
              </p:cNvPr>
              <p:cNvSpPr/>
              <p:nvPr/>
            </p:nvSpPr>
            <p:spPr>
              <a:xfrm>
                <a:off x="5006974" y="2444750"/>
                <a:ext cx="2347863" cy="1587500"/>
              </a:xfrm>
              <a:prstGeom prst="roundRect">
                <a:avLst>
                  <a:gd name="adj" fmla="val 22267"/>
                </a:avLst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: скругленные углы 10">
                <a:extLst>
                  <a:ext uri="{FF2B5EF4-FFF2-40B4-BE49-F238E27FC236}">
                    <a16:creationId xmlns:a16="http://schemas.microsoft.com/office/drawing/2014/main" id="{CCF2841F-9ED9-7DFC-08F6-05F594AE8EEB}"/>
                  </a:ext>
                </a:extLst>
              </p:cNvPr>
              <p:cNvSpPr/>
              <p:nvPr/>
            </p:nvSpPr>
            <p:spPr>
              <a:xfrm>
                <a:off x="5159375" y="2444750"/>
                <a:ext cx="2235200" cy="1587500"/>
              </a:xfrm>
              <a:prstGeom prst="roundRect">
                <a:avLst>
                  <a:gd name="adj" fmla="val 2186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71F2B2AB-B3FA-AE02-BFE6-70406D2C6AE2}"/>
                </a:ext>
              </a:extLst>
            </p:cNvPr>
            <p:cNvSpPr/>
            <p:nvPr/>
          </p:nvSpPr>
          <p:spPr>
            <a:xfrm>
              <a:off x="5991224" y="2809871"/>
              <a:ext cx="209550" cy="1238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2FE94D78-50CC-4706-860D-F5372C20F991}"/>
                </a:ext>
              </a:extLst>
            </p:cNvPr>
            <p:cNvSpPr/>
            <p:nvPr/>
          </p:nvSpPr>
          <p:spPr>
            <a:xfrm rot="5400000">
              <a:off x="5991224" y="2809871"/>
              <a:ext cx="209550" cy="1238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08986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0</Words>
  <Application>Microsoft Office PowerPoint</Application>
  <PresentationFormat>Широкоэкранный</PresentationFormat>
  <Paragraphs>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Савелий ⠀​⠀​⠀​⠀</dc:creator>
  <cp:lastModifiedBy>Савелий ⠀​⠀​⠀​⠀</cp:lastModifiedBy>
  <cp:revision>3</cp:revision>
  <dcterms:created xsi:type="dcterms:W3CDTF">2025-05-11T08:55:15Z</dcterms:created>
  <dcterms:modified xsi:type="dcterms:W3CDTF">2025-05-11T09:08:36Z</dcterms:modified>
</cp:coreProperties>
</file>